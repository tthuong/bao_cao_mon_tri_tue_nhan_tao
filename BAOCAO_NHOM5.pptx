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1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6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5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1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03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7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5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8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7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3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Friday, November 27, 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4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Friday, November 27, 2020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3940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15" r:id="rId4"/>
    <p:sldLayoutId id="2147483716" r:id="rId5"/>
    <p:sldLayoutId id="2147483721" r:id="rId6"/>
    <p:sldLayoutId id="2147483717" r:id="rId7"/>
    <p:sldLayoutId id="2147483718" r:id="rId8"/>
    <p:sldLayoutId id="2147483719" r:id="rId9"/>
    <p:sldLayoutId id="2147483720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F292AA-C8DB-4CAA-97C9-456CF854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2" y="-429"/>
            <a:ext cx="7604097" cy="6857571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  <a:alpha val="73000"/>
                </a:schemeClr>
              </a:gs>
              <a:gs pos="100000">
                <a:schemeClr val="accent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1" y="0"/>
            <a:ext cx="7604097" cy="68580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8000">
                <a:schemeClr val="accent2">
                  <a:alpha val="6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99847" y="4355164"/>
            <a:ext cx="7592151" cy="2502836"/>
          </a:xfrm>
          <a:prstGeom prst="rect">
            <a:avLst/>
          </a:prstGeom>
          <a:gradFill>
            <a:gsLst>
              <a:gs pos="22000">
                <a:schemeClr val="accent6">
                  <a:alpha val="39000"/>
                </a:schemeClr>
              </a:gs>
              <a:gs pos="82000">
                <a:schemeClr val="accent5">
                  <a:alpha val="1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56CF5B-1DAD-4912-86B9-FCA73369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18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EC43E-B51F-497D-BEAE-76DE645B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6609" y="926164"/>
            <a:ext cx="6925671" cy="2502836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nl-NL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 Mask Detector</a:t>
            </a:r>
            <a:br>
              <a:rPr lang="en-US" sz="1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8835-E7BB-4344-ADEC-F14B37B71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2226" y="4387274"/>
            <a:ext cx="7140054" cy="2502837"/>
          </a:xfrm>
        </p:spPr>
        <p:txBody>
          <a:bodyPr>
            <a:noAutofit/>
          </a:bodyPr>
          <a:lstStyle/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gvhd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nl-NL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th.s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nguyễn hãi vĩnh cường</a:t>
            </a:r>
            <a:endParaRPr lang="en-US" sz="13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svth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130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 Thanh Hưởng 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1724801030061</a:t>
            </a: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Nguyễn Phương Nam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1724801030081</a:t>
            </a: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Nguyễn Minh Quang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1724801030106</a:t>
            </a: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Đinh Thị Quỳnh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1724801030112</a:t>
            </a: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 Phong Hào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1724801030036</a:t>
            </a:r>
          </a:p>
          <a:p>
            <a:pPr marL="45720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700655" algn="l"/>
              </a:tabLst>
            </a:pP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Bùi Lâm Quý </a:t>
            </a:r>
            <a:r>
              <a:rPr lang="en-US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vi-VN" sz="1300" b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1724801030110</a:t>
            </a:r>
          </a:p>
          <a:p>
            <a:pPr algn="l"/>
            <a:endParaRPr lang="en-US" sz="13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9EA643-E741-48A3-A2BD-9B8E4367E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133298" y="1132869"/>
            <a:ext cx="6854502" cy="458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1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F292AA-C8DB-4CAA-97C9-456CF854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2" y="-429"/>
            <a:ext cx="7604097" cy="6857571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  <a:alpha val="73000"/>
                </a:schemeClr>
              </a:gs>
              <a:gs pos="100000">
                <a:schemeClr val="accent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1" y="0"/>
            <a:ext cx="7604097" cy="68580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8000">
                <a:schemeClr val="accent2">
                  <a:alpha val="6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99847" y="4355164"/>
            <a:ext cx="7592151" cy="2502836"/>
          </a:xfrm>
          <a:prstGeom prst="rect">
            <a:avLst/>
          </a:prstGeom>
          <a:gradFill>
            <a:gsLst>
              <a:gs pos="22000">
                <a:schemeClr val="accent6">
                  <a:alpha val="39000"/>
                </a:schemeClr>
              </a:gs>
              <a:gs pos="82000">
                <a:schemeClr val="accent5">
                  <a:alpha val="1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56CF5B-1DAD-4912-86B9-FCA73369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18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EC43E-B51F-497D-BEAE-76DE645B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5234" y="290475"/>
            <a:ext cx="7486764" cy="842572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 dung</a:t>
            </a:r>
            <a:b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8835-E7BB-4344-ADEC-F14B37B71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1944" y="1133905"/>
            <a:ext cx="6632663" cy="3124059"/>
          </a:xfrm>
        </p:spPr>
        <p:txBody>
          <a:bodyPr>
            <a:noAutofit/>
          </a:bodyPr>
          <a:lstStyle/>
          <a:p>
            <a:pPr marL="342900" indent="-342900" algn="l">
              <a:buAutoNum type="arabicPeriod"/>
            </a:pPr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mục tiêu của đề tài</a:t>
            </a:r>
          </a:p>
          <a:p>
            <a:pPr marL="342900" indent="-342900" algn="l">
              <a:buAutoNum type="arabicPeriod"/>
            </a:pPr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Mô tả cơ sở dữ liệu</a:t>
            </a:r>
          </a:p>
          <a:p>
            <a:pPr marL="342900" indent="-342900" algn="l">
              <a:buAutoNum type="arabicPeriod"/>
            </a:pPr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xây dựng chương trình</a:t>
            </a:r>
          </a:p>
          <a:p>
            <a:pPr marL="342900" indent="-342900" algn="l">
              <a:buAutoNum type="arabicPeriod"/>
            </a:pPr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XỬ LÝ XUẤT RA KẾT QUẢ</a:t>
            </a:r>
          </a:p>
          <a:p>
            <a:pPr marL="342900" indent="-342900" algn="l">
              <a:buAutoNum type="arabicPeriod"/>
            </a:pPr>
            <a:r>
              <a:rPr lang="en-US" sz="1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0A60FE-C4E2-4744-8C36-8CF9A5C3B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133298" y="1132869"/>
            <a:ext cx="6854502" cy="458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0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1526-6CE4-4D85-9EE8-3EC1B6E34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18439"/>
            <a:ext cx="10241280" cy="830072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 Mục tiêu của đề tài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DC071-BA12-4CC8-96D5-39AB0076A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3916017" cy="3959352"/>
          </a:xfrm>
        </p:spPr>
        <p:txBody>
          <a:bodyPr>
            <a:normAutofit/>
          </a:bodyPr>
          <a:lstStyle/>
          <a:p>
            <a:pPr algn="just"/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một chương trình chạy bằng ngôn ngữ python giúp người dùng phát hiện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có đeo mặt nạ hay không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38CE779-CB83-44F9-B059-172B5151BEF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384" y="2327910"/>
            <a:ext cx="4708495" cy="38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2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35EC-B8E3-44DA-B66C-F73B00FA9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33713"/>
            <a:ext cx="10241280" cy="719236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Mô tả cơ sỡ dữ liệu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8A25-FFA7-4081-845E-EDF04E4E6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946" y="2112263"/>
            <a:ext cx="4618182" cy="3752828"/>
          </a:xfrm>
        </p:spPr>
        <p:txBody>
          <a:bodyPr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Tập dữ liệu mà chúng ta sử dụng trong dự án này được tạo ra bởi</a:t>
            </a:r>
            <a:endParaRPr lang="en-US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Prajna Bhandary. Bao gồm 1,376 hình ảnh chia làm 2 nhóm:</a:t>
            </a:r>
            <a:endParaRPr lang="en-US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  With_mask: 690 hình ảnh.</a:t>
            </a:r>
            <a:endParaRPr lang="en-US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2.  Without_mask: 686 hình ảnh.</a:t>
            </a:r>
            <a:endParaRPr lang="en-US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5FD8B-3D68-429B-B8FD-64060D31C7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92" y="2112264"/>
            <a:ext cx="5589588" cy="367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478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EFE8-B348-4AC6-91CB-D7234B4E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2183"/>
            <a:ext cx="10241280" cy="1234440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các bước xây dựng chương trình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E95D6-F598-4010-9188-E76BA1F93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21164"/>
            <a:ext cx="10241280" cy="41504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Mở camera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nl-NL" sz="2400" u="none" strike="noStrike" kern="0" spc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 diện các điểm landmark và vẽ khung bao vùng miệng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8600F55-5640-4E41-B556-90AC12C75B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63" y="2411821"/>
            <a:ext cx="5943600" cy="1504633"/>
          </a:xfrm>
          <a:prstGeom prst="rect">
            <a:avLst/>
          </a:prstGeom>
        </p:spPr>
      </p:pic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5508900-F222-448B-92D6-41B64526E9E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63" y="4556919"/>
            <a:ext cx="5943600" cy="150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9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5320-E025-4904-8CFB-11BEBBAD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982"/>
            <a:ext cx="10241280" cy="692727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Xử lý và xuất ra kết quả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F409-4286-4DD9-8CB0-571E39D73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Không đeo khẩu trang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FB3D8-C477-4BD8-84C8-C8A6426AD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2"/>
          </a:xfrm>
        </p:spPr>
        <p:txBody>
          <a:bodyPr/>
          <a:lstStyle/>
          <a:p>
            <a:r>
              <a:rPr lang="en-US" sz="180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Có đeo khẩu trang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3C1E9A58-7C40-43D8-A470-FEBB58B9D6D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06" y="2706255"/>
            <a:ext cx="3540068" cy="3365361"/>
          </a:xfrm>
          <a:prstGeom prst="rect">
            <a:avLst/>
          </a:prstGeom>
        </p:spPr>
      </p:pic>
      <p:pic>
        <p:nvPicPr>
          <p:cNvPr id="8" name="Picture 7" descr="A screen shot of a person&#10;&#10;Description automatically generated">
            <a:extLst>
              <a:ext uri="{FF2B5EF4-FFF2-40B4-BE49-F238E27FC236}">
                <a16:creationId xmlns:a16="http://schemas.microsoft.com/office/drawing/2014/main" id="{67A529BD-5769-4E51-B232-8AA4644B280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528" y="2706255"/>
            <a:ext cx="3540066" cy="335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0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59B8-5694-43EE-8F07-40FC7497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719236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5.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E95EA-8B7A-48A1-8F15-E1EF00570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0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Full Guide To Ending Your Presentation With Impact | Present Better">
            <a:extLst>
              <a:ext uri="{FF2B5EF4-FFF2-40B4-BE49-F238E27FC236}">
                <a16:creationId xmlns:a16="http://schemas.microsoft.com/office/drawing/2014/main" id="{7A628EE2-C39E-4143-9795-59D1DE16D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68392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DarkSeedLeftStep">
      <a:dk1>
        <a:srgbClr val="000000"/>
      </a:dk1>
      <a:lt1>
        <a:srgbClr val="FFFFFF"/>
      </a:lt1>
      <a:dk2>
        <a:srgbClr val="1A1E2F"/>
      </a:dk2>
      <a:lt2>
        <a:srgbClr val="F0F3F2"/>
      </a:lt2>
      <a:accent1>
        <a:srgbClr val="C34D86"/>
      </a:accent1>
      <a:accent2>
        <a:srgbClr val="B13BA6"/>
      </a:accent2>
      <a:accent3>
        <a:srgbClr val="9D4DC3"/>
      </a:accent3>
      <a:accent4>
        <a:srgbClr val="5A3BB1"/>
      </a:accent4>
      <a:accent5>
        <a:srgbClr val="4D5FC3"/>
      </a:accent5>
      <a:accent6>
        <a:srgbClr val="3B7EB1"/>
      </a:accent6>
      <a:hlink>
        <a:srgbClr val="5F5DC9"/>
      </a:hlink>
      <a:folHlink>
        <a:srgbClr val="7F7F7F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208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Nova</vt:lpstr>
      <vt:lpstr>Times New Roman</vt:lpstr>
      <vt:lpstr>GradientRiseVTI</vt:lpstr>
      <vt:lpstr>Face Mask Detector </vt:lpstr>
      <vt:lpstr>NỘI dung </vt:lpstr>
      <vt:lpstr>1. Mục tiêu của đề tài</vt:lpstr>
      <vt:lpstr>2. Mô tả cơ sỡ dữ liệu</vt:lpstr>
      <vt:lpstr>3. các bước xây dựng chương trình</vt:lpstr>
      <vt:lpstr>4. Xử lý và xuất ra kết quả</vt:lpstr>
      <vt:lpstr>5.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COLOUR DETECTION USING  PANDAS &amp; OPENCV</dc:title>
  <dc:creator>Thanh Phuong Le</dc:creator>
  <cp:lastModifiedBy>ASUS</cp:lastModifiedBy>
  <cp:revision>17</cp:revision>
  <dcterms:created xsi:type="dcterms:W3CDTF">2020-11-26T10:54:11Z</dcterms:created>
  <dcterms:modified xsi:type="dcterms:W3CDTF">2020-11-27T00:59:03Z</dcterms:modified>
</cp:coreProperties>
</file>